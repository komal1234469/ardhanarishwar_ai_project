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4B26A3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00400" cy="320040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241C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🕉️</a:t>
            </a:r>
            <a:endParaRPr lang="en-US" sz="252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EE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ARDHANARISHWAR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C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AI-First, Human-Backed Platform — Career Growth for Skilled &amp; Unskilled Candidates + Real-World Business Problem Solving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434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Technical Project Submission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Komal Goswami · Role: AI Developer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Recruweb Resources Pvt. Ltd.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sides of one gap: skilled candidates, unskilled candidates, and businesses — all underserved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4F1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struggle with: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Skilled: scattered advice, no personalized gap analysis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Unskilled/first-time seekers: no step-by-step path at all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 personal career guidance for either group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planning left to guesswork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6122A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828800"/>
            <a:ext cx="548640" cy="548640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16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struggle with: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 requirement intake for hiring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support for recruitment or business queries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problems (sales, B2B) go unanswered for days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per-call costs from paid AI APIs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Route → Ground → Generate — a layered, swappable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6C3C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Voice (Web Speech API)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50876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4B26A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43400" y="1508760"/>
            <a:ext cx="3291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  /feedback  /admin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150876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6C3C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38160" y="1508760"/>
            <a:ext cx="3474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Feedback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2331720"/>
            <a:ext cx="320040" cy="320040"/>
          </a:xfrm>
          <a:prstGeom prst="downArrow">
            <a:avLst/>
          </a:prstGeom>
          <a:solidFill>
            <a:srgbClr val="5C5480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788920"/>
            <a:ext cx="11064240" cy="3017520"/>
          </a:xfrm>
          <a:prstGeom prst="roundRect">
            <a:avLst>
              <a:gd name="adj" fmla="val 3636"/>
            </a:avLst>
          </a:prstGeom>
          <a:solidFill>
            <a:srgbClr val="1612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Ardhanarishwar Engine — Agentic Core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34290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41C3D"/>
          </a:solidFill>
          <a:ln w="12700">
            <a:solidFill>
              <a:srgbClr val="6C3C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(controller)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0440" y="34290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41C3D"/>
          </a:solidFill>
          <a:ln w="12700">
            <a:solidFill>
              <a:srgbClr val="6C3C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4290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41C3D"/>
          </a:solidFill>
          <a:ln w="12700">
            <a:solidFill>
              <a:srgbClr val="6C3C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34290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241C3D"/>
          </a:solidFill>
          <a:ln w="12700">
            <a:solidFill>
              <a:srgbClr val="6C3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23960" y="3429000"/>
            <a:ext cx="2423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572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8C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Agents:  Career Advisor  ·  Interview Prep  ·  Resume Assistant  ·  Skill Advisor  ·  Recruitment Assistant  ·  Workforce Planning  ·  Client Business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074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(👍/👎) + conversation logs feed continuous improvement and future fine-tuning.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Agentic — Not Just a Chatbot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controller agent routes each query to the specialist best equipped to answer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4F1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Advisor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transitions, growth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4F1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828800"/>
            <a:ext cx="548640" cy="54864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468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+ HR interview coaching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4F1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1828800"/>
            <a:ext cx="548640" cy="54864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Assistant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468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ATS, achievements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4F1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931920"/>
            <a:ext cx="548640" cy="54864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904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Advisor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720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roadmaps, in-demand skills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37033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4F1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931920"/>
            <a:ext cx="548640" cy="54864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</a:t>
            </a:r>
            <a:endParaRPr lang="en-US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3904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Assistant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5720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Sourcing, screening, hiring speed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37033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4F1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549640" y="3931920"/>
            <a:ext cx="548640" cy="54864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9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8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904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Planning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549640" y="45720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build-vs-buy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AI-First, Human-Backed Trust Model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let the AI guess. Low-confidence answers go to a human expert instead.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612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82880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6C3C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4612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tries first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 + local LLM)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8288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4B26A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Check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44368" y="2194560"/>
            <a:ext cx="274320" cy="274320"/>
          </a:xfrm>
          <a:prstGeom prst="rightArrow">
            <a:avLst/>
          </a:prstGeom>
          <a:solidFill>
            <a:srgbClr val="5C5480"/>
          </a:solidFill>
          <a:ln/>
        </p:spPr>
      </p:sp>
      <p:sp>
        <p:nvSpPr>
          <p:cNvPr id="11" name="Shape 9"/>
          <p:cNvSpPr/>
          <p:nvPr/>
        </p:nvSpPr>
        <p:spPr>
          <a:xfrm>
            <a:off x="5641848" y="2194560"/>
            <a:ext cx="274320" cy="274320"/>
          </a:xfrm>
          <a:prstGeom prst="rightArrow">
            <a:avLst/>
          </a:prstGeom>
          <a:solidFill>
            <a:srgbClr val="5C54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3832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4F1FC"/>
          </a:solidFill>
          <a:ln w="19050">
            <a:solidFill>
              <a:srgbClr val="2FE0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3383280"/>
            <a:ext cx="38404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Confident Match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immediately, grounded in the knowledge 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3832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6122A"/>
          </a:solidFill>
          <a:ln w="19050">
            <a:solidFill>
              <a:srgbClr val="6C3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3383280"/>
            <a:ext cx="38404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Low Confidence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Human Expert Desk — 24-hour response commitment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2834640"/>
            <a:ext cx="-1188720" cy="548640"/>
          </a:xfrm>
          <a:prstGeom prst="line">
            <a:avLst/>
          </a:prstGeom>
          <a:noFill/>
          <a:ln w="19050">
            <a:solidFill>
              <a:srgbClr val="5C54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2834640"/>
            <a:ext cx="1188720" cy="548640"/>
          </a:xfrm>
          <a:prstGeom prst="line">
            <a:avLst/>
          </a:prstGeom>
          <a:noFill/>
          <a:ln w="19050">
            <a:solidFill>
              <a:srgbClr val="5C54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9377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escalated question is logged with the original text, mode, candidate type and AI confidence score — visible in the Admin &amp; Escalations dashboard, and a direct signal of where the knowledge base needs to grow.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EE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Vision — Skilled &amp; Unskilled Candidates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two tailored paths — designed to scale to a global population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241C3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16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Users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against a specific target role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practical projects &amp; learning paths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suitable companies/opportunities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 for that target role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241C3D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Unskilled / First-Time Job Seekers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assessment before recommending a path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Step-by-step, practical/vocational training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built through small real tasks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entry-level &amp; apprenticeship roles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E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runs on local or self-hostable open technology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41C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6002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iterate, easy to containerize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1612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3957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(demo)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39572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TF-IDF + cosine similarity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957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calls, no GPU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41C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19125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(production)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19125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embeddings (bge-small / e5-small)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1912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not just keyword, matching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1612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9867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(production)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398678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Llama-3-8B / Mistral-7B (quantized)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398678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per-call vendor fees, fine-tunable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8231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41C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78231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(production)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78231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Qdrant (self-hosted)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7823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large knowledge bases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1612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577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55778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Web Speech API → Whisper + Piper (prod)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55778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voice API at any tier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 Strategy — No Third-Party AI API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 path from a working demo today to a self-hosted LLM at production scale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4F1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Tier  (submitted)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+ cosine similarity retrieval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multi-agent router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Template-grounded response composer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instantly — no GPU, no download, no API key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612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Tier  (roadmap)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945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semantic embedding model for retrieval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quantized open-weight LLM for generation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fine-tuning on Recruweb's own conversation data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contract — swap the engine, not the architecture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Landscape — Where Ardhanarishwar Differs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assistants specialize in one side of the market. Ardhanarishwar unifies both.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16122A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155448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1612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56616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Chatbots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(candidate-only)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75120" y="1554480"/>
            <a:ext cx="2926080" cy="731520"/>
          </a:xfrm>
          <a:prstGeom prst="roundRect">
            <a:avLst>
              <a:gd name="adj" fmla="val 7500"/>
            </a:avLst>
          </a:prstGeom>
          <a:solidFill>
            <a:srgbClr val="1612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554480"/>
            <a:ext cx="29260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Recruiting/CRM Bots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(business-only)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0" y="155448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6C3C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Ardhanarishwar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3017520" cy="658368"/>
          </a:xfrm>
          <a:prstGeom prst="roundRect">
            <a:avLst>
              <a:gd name="adj" fmla="val 5556"/>
            </a:avLst>
          </a:prstGeom>
          <a:solidFill>
            <a:srgbClr val="F4F1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3317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331720"/>
            <a:ext cx="3108960" cy="658368"/>
          </a:xfrm>
          <a:prstGeom prst="roundRect">
            <a:avLst>
              <a:gd name="adj" fmla="val 5556"/>
            </a:avLst>
          </a:prstGeom>
          <a:solidFill>
            <a:srgbClr val="F4F1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0" y="23317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only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5120" y="2331720"/>
            <a:ext cx="2926080" cy="658368"/>
          </a:xfrm>
          <a:prstGeom prst="roundRect">
            <a:avLst>
              <a:gd name="adj" fmla="val 5556"/>
            </a:avLst>
          </a:prstGeom>
          <a:solidFill>
            <a:srgbClr val="F4F1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23317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only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01200" y="2331720"/>
            <a:ext cx="2194560" cy="658368"/>
          </a:xfrm>
          <a:prstGeom prst="roundRect">
            <a:avLst>
              <a:gd name="adj" fmla="val 5556"/>
            </a:avLst>
          </a:prstGeom>
          <a:solidFill>
            <a:srgbClr val="EDE7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0" y="23317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one engine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30175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0632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model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66160" y="3063240"/>
            <a:ext cx="31089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0" y="30632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paid API per call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0" y="3063240"/>
            <a:ext cx="29260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3063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paid API per call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0" y="3063240"/>
            <a:ext cx="2194560" cy="658368"/>
          </a:xfrm>
          <a:prstGeom prst="roundRect">
            <a:avLst>
              <a:gd name="adj" fmla="val 5556"/>
            </a:avLst>
          </a:prstGeom>
          <a:solidFill>
            <a:srgbClr val="EDE7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30632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Self-hostable, no per-call fee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794760"/>
            <a:ext cx="3017520" cy="658368"/>
          </a:xfrm>
          <a:prstGeom prst="roundRect">
            <a:avLst>
              <a:gd name="adj" fmla="val 5556"/>
            </a:avLst>
          </a:prstGeom>
          <a:solidFill>
            <a:srgbClr val="F4F1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37947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66160" y="3794760"/>
            <a:ext cx="3108960" cy="658368"/>
          </a:xfrm>
          <a:prstGeom prst="roundRect">
            <a:avLst>
              <a:gd name="adj" fmla="val 5556"/>
            </a:avLst>
          </a:prstGeom>
          <a:solidFill>
            <a:srgbClr val="F4F1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57600" y="37947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cloud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0" y="3794760"/>
            <a:ext cx="2926080" cy="658368"/>
          </a:xfrm>
          <a:prstGeom prst="roundRect">
            <a:avLst>
              <a:gd name="adj" fmla="val 5556"/>
            </a:avLst>
          </a:prstGeom>
          <a:solidFill>
            <a:srgbClr val="F4F1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66560" y="37947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cloud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01200" y="3794760"/>
            <a:ext cx="2194560" cy="658368"/>
          </a:xfrm>
          <a:prstGeom prst="roundRect">
            <a:avLst>
              <a:gd name="adj" fmla="val 5556"/>
            </a:avLst>
          </a:prstGeom>
          <a:solidFill>
            <a:srgbClr val="EDE7F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37947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Recruweb's infra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526280"/>
            <a:ext cx="30175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" y="45262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566160" y="4526280"/>
            <a:ext cx="31089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57600" y="45262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Single-purpose bot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75120" y="4526280"/>
            <a:ext cx="29260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766560" y="45262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Single-purpose bot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601200" y="4526280"/>
            <a:ext cx="2194560" cy="658368"/>
          </a:xfrm>
          <a:prstGeom prst="roundRect">
            <a:avLst>
              <a:gd name="adj" fmla="val 5556"/>
            </a:avLst>
          </a:prstGeom>
          <a:solidFill>
            <a:srgbClr val="EDE7F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4526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Agentic, multi-specialist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Interaction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speech pipeline — no paid voice API at any tier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3796" y="27432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12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3796" y="27432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Speaker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01468" y="3200400"/>
            <a:ext cx="274320" cy="274320"/>
          </a:xfrm>
          <a:prstGeom prst="rightArrow">
            <a:avLst/>
          </a:prstGeom>
          <a:solidFill>
            <a:srgbClr val="5C5480"/>
          </a:solidFill>
          <a:ln/>
        </p:spPr>
      </p:sp>
      <p:sp>
        <p:nvSpPr>
          <p:cNvPr id="7" name="Shape 5"/>
          <p:cNvSpPr/>
          <p:nvPr/>
        </p:nvSpPr>
        <p:spPr>
          <a:xfrm>
            <a:off x="2894076" y="27432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6C3C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94076" y="27432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Speech API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- prod)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1748" y="3200400"/>
            <a:ext cx="274320" cy="274320"/>
          </a:xfrm>
          <a:prstGeom prst="rightArrow">
            <a:avLst/>
          </a:prstGeom>
          <a:solidFill>
            <a:srgbClr val="5C5480"/>
          </a:solidFill>
          <a:ln/>
        </p:spPr>
      </p:sp>
      <p:sp>
        <p:nvSpPr>
          <p:cNvPr id="10" name="Shape 8"/>
          <p:cNvSpPr/>
          <p:nvPr/>
        </p:nvSpPr>
        <p:spPr>
          <a:xfrm>
            <a:off x="5134356" y="27432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6C3C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34356" y="27432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query)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82028" y="3200400"/>
            <a:ext cx="274320" cy="274320"/>
          </a:xfrm>
          <a:prstGeom prst="rightArrow">
            <a:avLst/>
          </a:prstGeom>
          <a:solidFill>
            <a:srgbClr val="5C548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74636" y="27432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6C3C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74636" y="27432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(SpeechSynthesis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- prod)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22308" y="3200400"/>
            <a:ext cx="274320" cy="274320"/>
          </a:xfrm>
          <a:prstGeom prst="rightArrow">
            <a:avLst/>
          </a:prstGeom>
          <a:solidFill>
            <a:srgbClr val="5C5480"/>
          </a:solidFill>
          <a:ln/>
        </p:spPr>
      </p:sp>
      <p:sp>
        <p:nvSpPr>
          <p:cNvPr id="16" name="Shape 14"/>
          <p:cNvSpPr/>
          <p:nvPr/>
        </p:nvSpPr>
        <p:spPr>
          <a:xfrm>
            <a:off x="9614916" y="27432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12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14916" y="27432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Response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browser-native SpeechRecognition + SpeechSynthesisUtterance — zero cost, zero API key, runs entirely client-side.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self-hosted Whisper (STT) + Piper/Coqui TTS (open-source) for consistent quality across all browsers/devices.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E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Scalability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241C3D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6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session UUIDs, no PII in session IDs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input validation on every request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rate-limiting, RBAC for admin dashboard (prod)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Recruweb's own infra — no third-party AI API calls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before any fine-tuning use of logs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241C3D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508760"/>
            <a:ext cx="502920" cy="50292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331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layer, horizontally scalable behind a load balancer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 in Redis (shared) at production scale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FAISS/Qdrant sharding for millions of knowledge chunks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served via vLLM/TGI with GPU-replica auto-scaling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Multi-tenant: per-client namespacing in the same vector index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 Cases &amp; Commercialization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4F1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self-serve career coach — interview prep, resume review, skill-gap roadmap — reducing repetitive load on human recruiters.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16122A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874520"/>
            <a:ext cx="640080" cy="640080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16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96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/ Businesses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0175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intake for hiring requirements, workforce planning guidance, and SaaS/business Q&amp;A — a pre-sales and account-support agent.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160020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4F1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0" y="1874520"/>
            <a:ext cx="640080" cy="64008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196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Recruweb Internal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0175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powers tier-1 support for both audiences, freeing the human team for high-judgment conversations and closing deals.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Development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Shape 3"/>
          <p:cNvSpPr/>
          <p:nvPr/>
        </p:nvSpPr>
        <p:spPr>
          <a:xfrm>
            <a:off x="1371600" y="1755648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F4F1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1755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TF-IDF → self-hosted semantic embeddings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1540" y="2240280"/>
            <a:ext cx="0" cy="320040"/>
          </a:xfrm>
          <a:prstGeom prst="line">
            <a:avLst/>
          </a:prstGeom>
          <a:noFill/>
          <a:ln w="19050">
            <a:solidFill>
              <a:srgbClr val="6C3CE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1371600" y="2578608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F4F1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00200" y="25786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template composer → fine-tuned local LLM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1540" y="3063240"/>
            <a:ext cx="0" cy="320040"/>
          </a:xfrm>
          <a:prstGeom prst="line">
            <a:avLst/>
          </a:prstGeom>
          <a:noFill/>
          <a:ln w="19050">
            <a:solidFill>
              <a:srgbClr val="6C3CE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5" name="Shape 13"/>
          <p:cNvSpPr/>
          <p:nvPr/>
        </p:nvSpPr>
        <p:spPr>
          <a:xfrm>
            <a:off x="1371600" y="3401568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F4F1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00200" y="34015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Whisper + Piper for robust voice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91540" y="3886200"/>
            <a:ext cx="0" cy="320040"/>
          </a:xfrm>
          <a:prstGeom prst="line">
            <a:avLst/>
          </a:prstGeom>
          <a:noFill/>
          <a:ln w="19050">
            <a:solidFill>
              <a:srgbClr val="6C3CE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1371600" y="4224528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F4F1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600200" y="42245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knowledge base + no-code admin UI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91540" y="4709160"/>
            <a:ext cx="0" cy="320040"/>
          </a:xfrm>
          <a:prstGeom prst="line">
            <a:avLst/>
          </a:prstGeom>
          <a:noFill/>
          <a:ln w="19050">
            <a:solidFill>
              <a:srgbClr val="6C3CE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6C3C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25" name="Shape 23"/>
          <p:cNvSpPr/>
          <p:nvPr/>
        </p:nvSpPr>
        <p:spPr>
          <a:xfrm>
            <a:off x="1371600" y="5047488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F4F1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600200" y="50474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LoRA fine-tuning on real usage data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389120"/>
            <a:ext cx="4572000" cy="4572000"/>
          </a:xfrm>
          <a:prstGeom prst="ellipse">
            <a:avLst/>
          </a:prstGeom>
          <a:solidFill>
            <a:srgbClr val="4B26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EE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Helps Recruweb Grow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sides served by 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skilled, unskilled, business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AI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or per-call cost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24hr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expert response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confidence is 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3657600" cy="0"/>
          </a:xfrm>
          <a:prstGeom prst="line">
            <a:avLst/>
          </a:prstGeom>
          <a:noFill/>
          <a:ln w="25400">
            <a:solidFill>
              <a:srgbClr val="6C3C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43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C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data-residency advantage for enterprise clients, a cost advantage at scale, and an architecture that grows from this prototype to a full production platform without a rewrite.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52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Komal Goswami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2026-08-29T15:13:41Z</dcterms:created>
  <dcterms:modified xsi:type="dcterms:W3CDTF">2026-08-29T15:13:41Z</dcterms:modified>
</cp:coreProperties>
</file>